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0717-3C0C-92C2-DD0A-3B2E39E76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9055C-94DD-F5B8-DC3E-E27710AE6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EFC06-4C5B-58A2-6730-BDDFAAD2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3C0EE-F442-672A-5DF6-B73C918C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1EE42-FA9D-B190-820C-5E30B7CF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7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D2E3-088A-7DC1-FAF2-FF9437E0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1AAF-612A-F261-44C1-DF846A1B8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2E28-0C52-2C51-BF2B-E3E45397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69536-37FE-8596-4F13-20FA03B2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70744-3772-F7DB-127D-F57DB64F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7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067F-E34E-3C10-48F5-9C142BC9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ED9A8-9F7D-D8C4-3D2A-D3869EE7F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9FBEB-2537-0B42-1680-4798E0C1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F5D5-9F52-D135-6908-B06123D4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D9C6D-1F51-81AC-C00F-0DD2EEDF8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9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A30B-F3E5-BD54-A732-7D2C68FF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D352E-8F3F-FF32-7221-E76D4A9CB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D6017-518F-D24A-ED27-A39D03A8D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84199-63B6-023C-63FB-A17812C9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02C39-E6CD-5AD0-D95A-D45A1A56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9DB93-899C-0258-2F1E-5272D619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1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FBB1-4D43-C58D-B7F9-DEFBFFC32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9661B-0EB4-D537-5937-1DBBAD705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94820-6540-B700-9AF8-06D8B9D58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B0652-3323-06BD-65AD-5D637ECB7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65D4E-6331-5F3A-D80C-C11EB9A77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E375C3-3DBC-6E6D-45A0-EA6DD83C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6227E-D33B-1010-8F86-C06452AE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AB030-FF75-91BB-B88E-7B0CB33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0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9A81-5A37-2200-AC02-CAAAC2C1C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95B8D-9731-C604-FB27-D5A76957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0B083-A26C-6F47-2317-539E9E0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68541-0264-C7F0-16C0-DA1F4383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7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43A4CA-6A37-E473-3A62-E4365799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FB0F4-B8D8-CD24-8707-B5B79AB4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68559-A2E3-309D-F36D-AEDCD097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6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8393-23A3-F479-AF6C-E8BCAF85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F7792-4BA8-C24C-65B6-3FB24DB5D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13743-3A70-B5D4-A33D-6695A9DC7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A3F86-FE3D-2E28-D6CD-4D11EAC4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73AD0-0C7A-2617-FD0D-34855FD0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63FBA-2FCE-41E4-8394-3417087C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4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4F34-D292-1DE7-741A-CF7A118E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36B40-2BC9-FE0B-41FF-C8BC1CE607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990B8-5AAF-CBEE-45D0-9F0641B8E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AC1E6-6CFE-2C1F-DD0C-7BC30342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F475B-1067-8FDD-9E92-6B4DC375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EAA38-6840-53FC-9C0F-91558FE3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67F3-ECA6-A03F-F982-ECD9FF168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6BBF-B901-770B-E63D-4AB81944D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F7BF6-7F5D-6BEF-ADC5-791EC81E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0AD9F-5142-4CD4-F60D-37BD2EEC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EA6F5-8AAE-E2CA-A7F6-C157C0B0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3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B88EB-CF2C-3555-46E8-A01428E3F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06655-2365-1CC1-3BF7-2326A9F8B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F663-5DDB-CE63-0609-D9FB5DC08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4AA1-AD9B-6351-1921-9DE355A10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B5762-C8CC-3FB0-50B2-7A651F1B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8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A9883-0777-A165-5314-7FDCD6300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713FA-44A5-3694-C8F3-4A2422F3D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D6E37-E2E9-2A04-1AAB-54C8348B8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E9141-A45D-4332-BF8B-C2434CA830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A0B91-4B27-E71D-C66D-A3E893935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39FA-C09B-3BA1-6C57-81B6EC33D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573D7-F1E7-414C-B208-5589A0400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5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DC25-7384-4065-92E9-FB82BB7F9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point Test Document</a:t>
            </a:r>
          </a:p>
        </p:txBody>
      </p:sp>
    </p:spTree>
    <p:extLst>
      <p:ext uri="{BB962C8B-B14F-4D97-AF65-F5344CB8AC3E}">
        <p14:creationId xmlns:p14="http://schemas.microsoft.com/office/powerpoint/2010/main" val="370861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3C41E1-3CAD-F845-9FBA-FF7D0C3F7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873"/>
            <a:ext cx="12192000" cy="588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3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888DB4-9884-36CE-ACA0-ADD2C02A3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874"/>
            <a:ext cx="12192000" cy="58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1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06768F-0E74-C930-9B91-15F849A88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874"/>
            <a:ext cx="12192000" cy="58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5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C78DCA-E7AB-1EFC-F055-591C102E4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874"/>
            <a:ext cx="12192000" cy="58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74EB7C-9610-EFAB-4D3A-6EB0EC483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756" y="0"/>
            <a:ext cx="5632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8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1EE802-E572-A2A4-4324-8C242AC4B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756" y="0"/>
            <a:ext cx="5632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AD726C-A2D6-4BF9-6861-008F37A3E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785" y="0"/>
            <a:ext cx="5388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61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 point Test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Jones, Chris Michael</dc:creator>
  <cp:lastModifiedBy>Jones, Chris Michael</cp:lastModifiedBy>
  <cp:revision>1</cp:revision>
  <dcterms:created xsi:type="dcterms:W3CDTF">2025-12-08T19:45:21Z</dcterms:created>
  <dcterms:modified xsi:type="dcterms:W3CDTF">2025-12-08T20:11:04Z</dcterms:modified>
</cp:coreProperties>
</file>